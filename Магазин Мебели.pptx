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41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E2EB9C7-B98F-44DE-A30A-03A7BF10C42A}">
          <p14:sldIdLst>
            <p14:sldId id="256"/>
            <p14:sldId id="257"/>
            <p14:sldId id="258"/>
            <p14:sldId id="261"/>
            <p14:sldId id="259"/>
            <p14:sldId id="260"/>
            <p14:sldId id="262"/>
            <p14:sldId id="263"/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384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0974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606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3269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9780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019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628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718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813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3148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0008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369835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55590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1078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90903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85662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555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F1B9453-B4CA-4AA6-A1B9-3DD1D81D19CA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FA303C3-CA17-4F00-8766-E6953DB9ABC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313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2" r:id="rId1"/>
    <p:sldLayoutId id="2147483943" r:id="rId2"/>
    <p:sldLayoutId id="2147483944" r:id="rId3"/>
    <p:sldLayoutId id="2147483945" r:id="rId4"/>
    <p:sldLayoutId id="2147483946" r:id="rId5"/>
    <p:sldLayoutId id="2147483947" r:id="rId6"/>
    <p:sldLayoutId id="2147483948" r:id="rId7"/>
    <p:sldLayoutId id="2147483949" r:id="rId8"/>
    <p:sldLayoutId id="2147483950" r:id="rId9"/>
    <p:sldLayoutId id="2147483951" r:id="rId10"/>
    <p:sldLayoutId id="2147483952" r:id="rId11"/>
    <p:sldLayoutId id="2147483953" r:id="rId12"/>
    <p:sldLayoutId id="2147483954" r:id="rId13"/>
    <p:sldLayoutId id="2147483955" r:id="rId14"/>
    <p:sldLayoutId id="2147483956" r:id="rId15"/>
    <p:sldLayoutId id="2147483957" r:id="rId16"/>
    <p:sldLayoutId id="214748395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Магазин Мебели: Ваш Идеальный Дом в Один Клик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Добро пожаловать в будущее шопинга мебели. Мобильное 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-приложение "Магазин Мебели" — это интуитивно понятный и мощный инструмент, который позволит вам обустроить свой дом мечты, не выходя из дома.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394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 Проекта: Решение для Современного Покупателя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 современном мире мобильные технологии стали неотъемлемой частью нашей жизни. Приложение "Магазин Мебели" призвано упростить процесс выбора и покупки мебели, сделав его максимально комфортным и эффективным для пользователей 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-устройств.</a:t>
            </a:r>
          </a:p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Особенности:</a:t>
            </a:r>
          </a:p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каталога и удобный поиск.</a:t>
            </a:r>
          </a:p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Персонализированный опыт с избранными товарами.</a:t>
            </a:r>
          </a:p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Бесшовная процедура заказа и доставки.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60326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/>
              <a:t>Технические Требования и Платформа</a:t>
            </a:r>
            <a:br>
              <a:rPr lang="ru-RU" b="1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 smtClean="0"/>
              <a:t>Платформа </a:t>
            </a:r>
            <a:r>
              <a:rPr lang="ru-RU" b="1" dirty="0" err="1" smtClean="0"/>
              <a:t>Android</a:t>
            </a:r>
            <a:endParaRPr lang="ru-RU" b="1" dirty="0" smtClean="0"/>
          </a:p>
          <a:p>
            <a:r>
              <a:rPr lang="ru-RU" dirty="0" smtClean="0"/>
              <a:t>Приложение разработано эксклюзивно для мобильной операционной системы </a:t>
            </a:r>
            <a:r>
              <a:rPr lang="ru-RU" dirty="0" err="1" smtClean="0"/>
              <a:t>Android</a:t>
            </a:r>
            <a:r>
              <a:rPr lang="ru-RU" dirty="0" smtClean="0"/>
              <a:t>, обеспечивая широкую доступность для большинства пользователей.</a:t>
            </a:r>
          </a:p>
          <a:p>
            <a:r>
              <a:rPr lang="ru-RU" b="1" dirty="0" smtClean="0"/>
              <a:t>Версия </a:t>
            </a:r>
            <a:r>
              <a:rPr lang="ru-RU" b="1" dirty="0" err="1" smtClean="0"/>
              <a:t>Android</a:t>
            </a:r>
            <a:r>
              <a:rPr lang="ru-RU" b="1" dirty="0" smtClean="0"/>
              <a:t> 12+</a:t>
            </a:r>
          </a:p>
          <a:p>
            <a:r>
              <a:rPr lang="ru-RU" dirty="0" smtClean="0"/>
              <a:t>Для оптимальной работы и использования всех функций приложения требуется </a:t>
            </a:r>
            <a:r>
              <a:rPr lang="ru-RU" dirty="0" err="1" smtClean="0"/>
              <a:t>Android</a:t>
            </a:r>
            <a:r>
              <a:rPr lang="ru-RU" dirty="0" smtClean="0"/>
              <a:t> версии 12 и выше, что гарантирует совместимость с современными стандартами безопасности и производительности.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3228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Простая Установка и Быстрый Старт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Скачивание APK-файла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Загрузите установочный файл приложения (.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apk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с официального сайта или доверенного источника.</a:t>
            </a:r>
          </a:p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Установка на Устройство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Следуйте инструкциям на экране для установки приложения на ваш </a:t>
            </a:r>
            <a:r>
              <a:rPr lang="ru-RU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-смартфон или планшет.</a:t>
            </a:r>
          </a:p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Разрешения из Неизвестных Источников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При необходимости разрешите установку приложений из неизвестных источников в настройках вашего устройства для успешной инсталляции.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703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6750" y="88900"/>
            <a:ext cx="10515600" cy="1325563"/>
          </a:xfrm>
        </p:spPr>
        <p:txBody>
          <a:bodyPr>
            <a:normAutofit/>
          </a:bodyPr>
          <a:lstStyle/>
          <a:p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Удобная Авторизация: Ваш Личный Пространство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https://cdn.gamma.app/hm0ogdqqzxe9fcd/7594d2c81e554f3a95a6d97794494a41/original/image.png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84479" y="1731963"/>
            <a:ext cx="1919205" cy="4059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Вход через </a:t>
            </a:r>
            <a:r>
              <a:rPr lang="ru-RU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Google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Быстрая и безопасная авторизация с использованием вашего </a:t>
            </a:r>
            <a:r>
              <a:rPr lang="ru-RU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Google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-аккаунта в несколько касаний.</a:t>
            </a:r>
          </a:p>
          <a:p>
            <a:pPr marL="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по </a:t>
            </a:r>
            <a:r>
              <a:rPr lang="ru-RU" sz="20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нового аккаунта с помощью электронной почты и надежного пароля.</a:t>
            </a:r>
          </a:p>
          <a:p>
            <a:pPr marL="0" indent="0">
              <a:buNone/>
            </a:pP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Существующий Аккаунт</a:t>
            </a:r>
            <a:endParaRPr lang="ru-RU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Простой вход в уже созданный аккаунт для продолжения покупок.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2509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307975"/>
            <a:ext cx="10515600" cy="1325563"/>
          </a:xfrm>
        </p:spPr>
        <p:txBody>
          <a:bodyPr>
            <a:normAutofit/>
          </a:bodyPr>
          <a:lstStyle/>
          <a:p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Главный Экран: Каталог Мебели у Вас под Рукой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pic>
        <p:nvPicPr>
          <p:cNvPr id="2050" name="Picture 2" descr="https://cdn.gamma.app/hm0ogdqqzxe9fcd/f5d2eb8da6eb4496be0bd09daa0bfacb/original/image.png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84479" y="1731963"/>
            <a:ext cx="1919205" cy="4059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Каталога</a:t>
            </a:r>
          </a:p>
          <a:p>
            <a:pPr marL="0" indent="0">
              <a:buNone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Исследуйте широкий ассортимент мебели с высококачественными изображениями и подробными описаниями.</a:t>
            </a:r>
          </a:p>
          <a:p>
            <a:pPr marL="0" indent="0"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и Фильтрация</a:t>
            </a:r>
          </a:p>
          <a:p>
            <a:pPr marL="0" indent="0">
              <a:buNone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Легко находите нужные товары с помощью интеллектуального поиска и настраиваемых фильтров по цене, стилю, материалу и другим параметрам.</a:t>
            </a:r>
          </a:p>
          <a:p>
            <a:pPr marL="0" indent="0"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Избранное</a:t>
            </a:r>
          </a:p>
          <a:p>
            <a:pPr marL="0" indent="0">
              <a:buNone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Добавляйте понравившиеся товары в "Избранное" для быстрого доступа и дальнейшего просмотра.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1602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Удобная Корзина и Оформление Заказа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pic>
        <p:nvPicPr>
          <p:cNvPr id="3074" name="Picture 2" descr="https://cdn.gamma.app/hm0ogdqqzxe9fcd/ef5fe2775c06486cb92e70bc085405de/original/image.png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77" y="1644017"/>
            <a:ext cx="2079376" cy="4398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Товаров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Полный обзор всех добавленных в корзину позиций с возможностью редактирования количества.</a:t>
            </a:r>
          </a:p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Оплаты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Предлагаем различные безопасные способы оплаты для вашего удобства.</a:t>
            </a:r>
          </a:p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Адрес Доставки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Точное указание адреса доставки для своевременного получения вашего заказа.</a:t>
            </a:r>
          </a:p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Подтверждение Заказа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Простое и интуитивно понятное завершение покупки с мгновенным подтверждением.</a:t>
            </a:r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5768" y="1644017"/>
            <a:ext cx="2078746" cy="4398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20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Ваш Профиль: Персонализация и Управление</a:t>
            </a:r>
            <a:r>
              <a:rPr lang="ru-RU" b="1" dirty="0" smtClean="0"/>
              <a:t/>
            </a:r>
            <a:br>
              <a:rPr lang="ru-RU" b="1" dirty="0" smtClean="0"/>
            </a:br>
            <a:endParaRPr lang="ru-RU" dirty="0"/>
          </a:p>
        </p:txBody>
      </p:sp>
      <p:pic>
        <p:nvPicPr>
          <p:cNvPr id="5122" name="Picture 2" descr="https://cdn.gamma.app/hm0ogdqqzxe9fcd/761748c741cb469cafa1ccca1da3648b/original/image.pn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642" y="1370806"/>
            <a:ext cx="1702078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https://cdn.gamma.app/hm0ogdqqzxe9fcd/83b53dca229a432281fb62d4c81ecfe6/original/image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74" y="-14957425"/>
            <a:ext cx="2059200" cy="4355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454" y="1370806"/>
            <a:ext cx="1701562" cy="36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271588" y="-12153900"/>
            <a:ext cx="2042494" cy="432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0807" y="1370806"/>
            <a:ext cx="1701560" cy="36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4561" y="5027956"/>
            <a:ext cx="34004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Изменение Персональных Данных</a:t>
            </a:r>
          </a:p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Обновляйте вашу информацию, такую как имя, фамилия и контактные данные.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419705" y="4998137"/>
            <a:ext cx="3057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Смена Пароля</a:t>
            </a:r>
          </a:p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Обеспечьте безопасность вашего аккаунта, регулярно обновляя пароль.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81950" y="5027956"/>
            <a:ext cx="30099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Избранных Товаров</a:t>
            </a:r>
          </a:p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Все ваши любимые предметы мебели в одном месте для быстрого доступа.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306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6725" y="493713"/>
            <a:ext cx="11029950" cy="1230312"/>
          </a:xfrm>
        </p:spPr>
        <p:txBody>
          <a:bodyPr>
            <a:normAutofit/>
          </a:bodyPr>
          <a:lstStyle/>
          <a:p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Заключение: Ваш Идеальный Дом, Начинается Здесь</a:t>
            </a:r>
            <a:b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66725" y="1724025"/>
            <a:ext cx="10125076" cy="398145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 smtClean="0"/>
              <a:t>Интуитивный Дизайн Современный и простой интерфейс для максимального удобства пользователя.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 smtClean="0"/>
              <a:t>Удобная Доставка Быстрая и надежная доставка мебели прямо к вашей двери.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 smtClean="0"/>
              <a:t>Широкий Ассортимент Огромный выбор мебели на любой вкус и бюджет.</a:t>
            </a:r>
          </a:p>
          <a:p>
            <a:r>
              <a:rPr lang="ru-RU" dirty="0" smtClean="0"/>
              <a:t>"Магазин Мебели" — это не просто приложение, это ваш персональный ассистент в создании уютного и стильного пространства. Мы верим, что каждый достоин дома своей мечты, и наше приложение поможет вам в этом.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1330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ланец">
  <a:themeElements>
    <a:clrScheme name="Сланец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Сланец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ланец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TM04033929[[fn=Сланец]]</Template>
  <TotalTime>12</TotalTime>
  <Words>469</Words>
  <Application>Microsoft Office PowerPoint</Application>
  <PresentationFormat>Широкоэкранный</PresentationFormat>
  <Paragraphs>48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Calisto MT</vt:lpstr>
      <vt:lpstr>Times New Roman</vt:lpstr>
      <vt:lpstr>Trebuchet MS</vt:lpstr>
      <vt:lpstr>Wingdings 2</vt:lpstr>
      <vt:lpstr>Сланец</vt:lpstr>
      <vt:lpstr>Магазин Мебели: Ваш Идеальный Дом в Один Клик </vt:lpstr>
      <vt:lpstr>Обзор Проекта: Решение для Современного Покупателя </vt:lpstr>
      <vt:lpstr>Технические Требования и Платформа </vt:lpstr>
      <vt:lpstr>Простая Установка и Быстрый Старт </vt:lpstr>
      <vt:lpstr>Удобная Авторизация: Ваш Личный Пространство</vt:lpstr>
      <vt:lpstr>Главный Экран: Каталог Мебели у Вас под Рукой </vt:lpstr>
      <vt:lpstr>Удобная Корзина и Оформление Заказа </vt:lpstr>
      <vt:lpstr>Ваш Профиль: Персонализация и Управление </vt:lpstr>
      <vt:lpstr>Заключение: Ваш Идеальный Дом, Начинается Здесь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Магазин Мебели: Ваш Идеальный Дом в Один Клик</dc:title>
  <dc:creator>Владимир Поддубный</dc:creator>
  <cp:lastModifiedBy>Владимир Поддубный</cp:lastModifiedBy>
  <cp:revision>3</cp:revision>
  <dcterms:created xsi:type="dcterms:W3CDTF">2025-12-19T22:59:55Z</dcterms:created>
  <dcterms:modified xsi:type="dcterms:W3CDTF">2025-12-19T23:12:50Z</dcterms:modified>
</cp:coreProperties>
</file>