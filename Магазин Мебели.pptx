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E2EB9C7-B98F-44DE-A30A-03A7BF10C42A}">
          <p14:sldIdLst>
            <p14:sldId id="256"/>
            <p14:sldId id="257"/>
            <p14:sldId id="258"/>
            <p14:sldId id="261"/>
            <p14:sldId id="259"/>
            <p14:sldId id="260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38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97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60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26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78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01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62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71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81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14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008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6983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55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107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090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566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55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F1B9453-B4CA-4AA6-A1B9-3DD1D81D19CA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FA303C3-CA17-4F00-8766-E6953DB9A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31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 Мебели: Ваш Идеальный Дом в Один Клик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Добро пожаловать в будущее шопинга мебели. Мобильное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-приложение "Магазин Мебели" — это интуитивно понятный и мощный инструмент, который позволит вам обустроить свой дом мечты, не выходя из дома.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394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проекта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создать мобильное приложение для покупки мебели онлайн.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позволяет пользователям: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просматривать каталог мебели;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добавлять товары в корзину;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оформлять заказ;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своим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профилем.</a:t>
            </a:r>
          </a:p>
          <a:p>
            <a:pPr marL="810000" lvl="2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000" lvl="2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ориентировано на удобство, простой интерфейс и быстрый доступ к товарам.</a:t>
            </a:r>
          </a:p>
          <a:p>
            <a:pPr marL="3690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32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12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версии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Люди, которые хотят купить мебель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Покупатели, предпочитающие мобильные приложения вместо сайтов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22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функционал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приложении реализованы следующие возможности: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и вход пользователя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с каталогом товаров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 с оформлением заказа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покупателя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Смена темы приложения (светлая / тёмная)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пароля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личных данных пользователя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03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6750" y="88900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обеспечивает: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удобную поддержку кода;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логики и интерфейса.</a:t>
            </a:r>
          </a:p>
          <a:p>
            <a:pPr marL="3690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приложении используется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архитектура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экраны приложения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приложения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обработка действий пользователя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данные пользователя, корзина, товары</a:t>
            </a:r>
          </a:p>
          <a:p>
            <a:pPr marL="3690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50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30797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Экранная структура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9269296" cy="405875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состоит из следующих экранов: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с товарами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товара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пользователя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(тема, пароль, данные)</a:t>
            </a:r>
          </a:p>
          <a:p>
            <a:pPr marL="369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160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10848714" cy="405875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dirty="0"/>
              <a:t>Для разработки приложения использовались следующие технологии: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Минимальная версия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/ SQLite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SharedPreferences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можешь выбрать нужное)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пароль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интерфейса: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</a:t>
            </a:r>
          </a:p>
          <a:p>
            <a:pPr marL="369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2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и авторизация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8" name="Picture 8" descr="https://cdn.gamma.app/hm0ogdqqzxe9fcd/83b53dca229a432281fb62d4c81ecfe6/original/imag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-14957425"/>
            <a:ext cx="2059200" cy="435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1588" y="-12153900"/>
            <a:ext cx="2042494" cy="4320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вход по логину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паролю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пользователя в защищённом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виде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смены пароля 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профиле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функциям только после авторизации</a:t>
            </a:r>
          </a:p>
        </p:txBody>
      </p:sp>
    </p:spTree>
    <p:extLst>
      <p:ext uri="{BB962C8B-B14F-4D97-AF65-F5344CB8AC3E}">
        <p14:creationId xmlns:p14="http://schemas.microsoft.com/office/powerpoint/2010/main" val="141830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Распространение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распространяется в виде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APK-файла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Устанавливается вручную на устройства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выше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требует подключения 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ходе проекта было разработано мобильное приложение «Магазин мебели», которое: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реализует полный цикл покупки товаров;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удобный и понятный интерфейс;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авторизацию и профиль пользователя;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соответствует современным требованиям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-разработки.</a:t>
            </a:r>
          </a:p>
          <a:p>
            <a:pPr marL="3690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314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24</TotalTime>
  <Words>356</Words>
  <Application>Microsoft Office PowerPoint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Calisto MT</vt:lpstr>
      <vt:lpstr>Times New Roman</vt:lpstr>
      <vt:lpstr>Trebuchet MS</vt:lpstr>
      <vt:lpstr>Wingdings 2</vt:lpstr>
      <vt:lpstr>Сланец</vt:lpstr>
      <vt:lpstr>Магазин Мебели: Ваш Идеальный Дом в Один Клик </vt:lpstr>
      <vt:lpstr>Идея приложения</vt:lpstr>
      <vt:lpstr>Целевая аудитория </vt:lpstr>
      <vt:lpstr>Основной функционал</vt:lpstr>
      <vt:lpstr>Архитектура приложения</vt:lpstr>
      <vt:lpstr>Экранная структура</vt:lpstr>
      <vt:lpstr>Стек технологий</vt:lpstr>
      <vt:lpstr>Безопасность и авторизация</vt:lpstr>
      <vt:lpstr>Распространение приложения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Магазин Мебели: Ваш Идеальный Дом в Один Клик</dc:title>
  <dc:creator>Владимир Поддубный</dc:creator>
  <cp:lastModifiedBy>Student</cp:lastModifiedBy>
  <cp:revision>6</cp:revision>
  <dcterms:created xsi:type="dcterms:W3CDTF">2025-12-19T22:59:55Z</dcterms:created>
  <dcterms:modified xsi:type="dcterms:W3CDTF">2025-12-20T09:51:18Z</dcterms:modified>
</cp:coreProperties>
</file>